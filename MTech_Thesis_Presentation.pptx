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Inverse Design of Photonic Crystals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Tandem Neural Networks</a:t>
            </a:r>
          </a:p>
          <a:p>
            <a:r>
              <a:t>MTech Thesis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The Challenge of Photonic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Traditional Approach: Designing photonic structures requires slow, iterative simulations (like COMSOL).</a:t>
            </a:r>
          </a:p>
          <a:p>
            <a:pPr/>
            <a:r>
              <a:t>You guess a geometry (L1, L2), run a simulation, check the bandgap, and repeat.</a:t>
            </a:r>
          </a:p>
          <a:p>
            <a:pPr/>
            <a:r>
              <a:t>The Goal (Inverse Design): We want to reverse this process to input a desired bandgap and instantly output the required physical dimensions.</a:t>
            </a:r>
          </a:p>
          <a:p>
            <a:pPr/>
            <a:r>
              <a:t>The Problem: Machine Learning struggles with Inverse Design because of the 'non-uniqueness' problem (different shapes producing the same bandgap).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Tandem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Tandem Neural Network? A powerful architecture linking two separate AI models to solve inverse problems.</a:t>
            </a:r>
          </a:p>
          <a:p>
            <a:pPr/>
            <a:r>
              <a:t>Model 1 (Forward Model): Acts as a fast substitute for COMSOL. Takes dimensions (L1, L2) and predicts physics (f_lower, f_upper).</a:t>
            </a:r>
          </a:p>
          <a:p>
            <a:pPr/>
            <a:r>
              <a:t>Model 2 (Inverse Model): The designer. Takes a target bandgap and guesses the required L1 and L2.</a:t>
            </a:r>
          </a:p>
          <a:p>
            <a:pPr/>
            <a:r>
              <a:t>How they train together: The Inverse Model makes a guess, which is fed into the frozen Forward Model to verify the bandgap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Dataset &amp; Physics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Data: A massive 4GB COMSOL parametric sweep containing 29.5 million rows.</a:t>
            </a:r>
          </a:p>
          <a:p>
            <a:pPr/>
            <a:r>
              <a:t>The Challenge: Data contained massive spatial redundancy (710 mesh nodes duplicating frequencies).</a:t>
            </a:r>
          </a:p>
          <a:p>
            <a:pPr/>
            <a:r>
              <a:t>The Physics Solution: Instantly collapsed redundant nodes and dynamically scanned the Brillouin zone (k-sweep).</a:t>
            </a:r>
          </a:p>
          <a:p>
            <a:pPr/>
            <a:r>
              <a:t>Extracted the absolute bandgap edges (max of the lower band, min of the upper band).</a:t>
            </a:r>
          </a:p>
          <a:p>
            <a:pPr/>
            <a:r>
              <a:t>The Result: Compressed 4GB into a pure 61-row PyTorch dataset of valid mappings.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High-Fidelity Inverse Design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Forward Model Accuracy: Achieved an outstanding Validation Loss of ~0.007.</a:t>
            </a:r>
          </a:p>
          <a:p>
            <a:pPr/>
            <a:r>
              <a:t>Tandem Model Accuracy: Achieved a Validation Loss of ~0.008.</a:t>
            </a:r>
          </a:p>
          <a:p>
            <a:pPr/>
            <a:r>
              <a:t>Final Evaluation: On the 15% unseen Test Set, predicted geometries plotted almost perfectly along the y=x ground-truth line.</a:t>
            </a:r>
          </a:p>
          <a:p>
            <a:pPr/>
            <a:r>
              <a:t>Conclusion: The AI successfully takes arbitrary target bandgaps and reverse-engineers highly accurate L1 and L2 parameters.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Do Next (Future Scope)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the Parameter Space: Run a much larger automated parametric sweep in COMSOL (e.g., 500-1000 geometries).</a:t>
            </a:r>
          </a:p>
          <a:p>
            <a:pPr/>
            <a:r>
              <a:t>Because process_data.py is automated, retraining on larger datasets is seamless.</a:t>
            </a:r>
          </a:p>
          <a:p>
            <a:pPr/>
            <a:r>
              <a:t>Add Complex Physics Targets: Expand the output to predict k-extrema locations, group velocity, or quality factors.</a:t>
            </a:r>
          </a:p>
          <a:p>
            <a:pPr/>
            <a:r>
              <a:t>Physical Fabrication: Fabricate the AI's predicted structures and validate the bandgaps experimentally.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